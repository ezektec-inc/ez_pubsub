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6454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ez_pubsub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Lightweight, thread-safe publish-subscribe event bus for Rust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Brief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Integration</a:t>
            </a:r>
            <a:pPr lvl="1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Decouples components for robust Rust applications.</a:t>
            </a:r>
            <a:endParaRPr lang="en-US" sz="20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event-driven architectures, including terminal apps.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pPr lvl="1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Thread-safe, type-safe events</a:t>
            </a:r>
            <a:endParaRPr lang="en-US" sz="20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macros for quick setup</a:t>
            </a:r>
            <a:endParaRPr lang="en-US" sz="20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subscription options (always/once)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pPr lvl="1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Cargo.toml &amp; run demo - fast integration.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ez_pubsub?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Events</a:t>
            </a:r>
            <a:pPr lvl="1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bus for any T: Send + Sync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Subscribers</a:t>
            </a:r>
            <a:pPr lvl="1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by target_id and callback_name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Execution</a:t>
            </a:r>
            <a:pPr lvl="1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SubOption::Always or SubOption::Once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Macros</a:t>
            </a:r>
            <a:pPr lvl="1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Zero-setup broadcast! and subscribe!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Instance API (Typed Bus)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72400" cy="25603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bus: PubSub&lt;f32&gt; = PubSub::new();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Always-on callback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bus.subscribe("temperature", "display", "living_room", SubOption::Always, |temp|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println!("Temp: {}°C", temp);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Broadcast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bus.broadcast("temperature", &amp;22.5);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Bus Macros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72400" cy="25603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 form — auto-named (useful for quick wiring)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subscribe!("motion", |loc: &amp;String|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println!("Anonymous handler: {}", loc);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broadcast!("motion", "front_door");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 all for target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unsubscribe!("motion", "garage");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Add to Cargo.toml: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7772400" cy="7315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[dependencies]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ez_pubsub = "0.1"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 the demo: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7772400" cy="7315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747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run --bin ez_pubsub_demo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2026-05-07T19:43:36Z</dcterms:created>
  <dcterms:modified xsi:type="dcterms:W3CDTF">2026-05-07T19:43:36Z</dcterms:modified>
</cp:coreProperties>
</file>